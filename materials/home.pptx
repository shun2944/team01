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C88ED1-9A71-D0E3-43DB-EE25A32C4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9791149-440E-CE27-77F9-1226E88A6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EF6DD1-2982-8F43-7093-8936E3AD8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7B2EA-9EBC-4B70-AAEC-DF052DC8C43C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3FE1DA-BD5D-4C0F-D0B9-1BF405A37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00F69F-DFBE-6AFB-EED6-3A366157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9E50-09D5-42BC-8B47-9F7CEB369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330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023F4C-A9B6-0AC0-97AC-051675630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C6CFA3-89A3-DE4F-3428-BA9A22123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017344-702E-5571-17E7-05990AC48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7B2EA-9EBC-4B70-AAEC-DF052DC8C43C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CF1C17-3126-49DB-10E7-BBD0E363C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A42B67-4224-61DF-A2F3-F4E6B03D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9E50-09D5-42BC-8B47-9F7CEB369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066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49EB64-65BA-2618-74A1-1EC74465B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D8CB7D-DB5A-0E6B-BE2C-209C1B1EB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48B4F3-17B1-EC02-6E37-E828AC2AB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7B2EA-9EBC-4B70-AAEC-DF052DC8C43C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77F0DA-BAA8-5432-1F00-8D2E4ED0A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DC6C90-CE0D-FCEF-C111-150FCB5F5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9E50-09D5-42BC-8B47-9F7CEB369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0780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148FB9-205F-600D-90AD-8B0258BD9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7CABEF-D80A-3281-7E56-8F11108D71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5E9FB67-DA49-1896-0933-C19FD65D5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41B7B2-8DDB-D950-DA0C-9CAFAB3A5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7B2EA-9EBC-4B70-AAEC-DF052DC8C43C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80CF36-D11C-30BC-B683-AB203D86D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FD25C34-508D-25CE-2F9D-2F573F6DF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9E50-09D5-42BC-8B47-9F7CEB369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3893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A33026-D406-6316-84D3-4ED3D07FB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EE06CA7-336F-BB40-3809-A44FFF930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301786F-ED0D-73B1-64CE-19CF51F14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7792343-BEC4-731C-1B4F-907D20C56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DC7DBAD-68FB-05DE-7EB6-EB00730BA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2A8A65F-B2FA-BA54-A187-21357334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7B2EA-9EBC-4B70-AAEC-DF052DC8C43C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58AD4D8-8250-1172-6DD5-1FE1BD620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7183261-3CEB-3DB7-9565-7EA48213E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9E50-09D5-42BC-8B47-9F7CEB369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664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C43596-8F65-7075-1A6E-8E5C50E63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755FCFD-0806-4C16-D592-3B208661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7B2EA-9EBC-4B70-AAEC-DF052DC8C43C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CA4EEF1-D61B-FE6F-1A8C-F1D8F582F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8A0369-0245-B41F-9B6A-3E866D033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9E50-09D5-42BC-8B47-9F7CEB369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549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111418C-E0CC-A96B-29F0-0328E6A93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7B2EA-9EBC-4B70-AAEC-DF052DC8C43C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BE43693-C652-6207-653C-E9FFF15BA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0C7731-7826-E814-5C31-7A629EC08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9E50-09D5-42BC-8B47-9F7CEB369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5730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B4562C-F60E-A6B5-0FDB-5FEA43B0A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913CE2-8136-DD3B-8C1F-8EC878628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D6E1933-B04D-F4EF-0C6B-E63074DDE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1B257D9-B438-5C77-E4B9-4493C82C1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7B2EA-9EBC-4B70-AAEC-DF052DC8C43C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189E399-AB99-C182-540C-8BC50A6E8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30AF80-6234-4D47-E514-938F9CEF5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9E50-09D5-42BC-8B47-9F7CEB369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3963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F684E1-BDE4-160E-789B-02F27586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70B706F-0BED-0730-C6AD-2FF2248074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A552D9-29FD-130E-D451-DFCF9F1FB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3B4169-906C-5C1F-EEE1-64471494B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7B2EA-9EBC-4B70-AAEC-DF052DC8C43C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96F9E8-1F96-D297-6CEA-4D0AB2585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0C40B9E-4877-729A-6A6F-696E3FEF6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9E50-09D5-42BC-8B47-9F7CEB369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2486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AA4357-DAC6-DCFC-714F-4A4CCC9FA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35FA97F-F586-F46E-161C-EDC366DB0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73C96E-3BE4-51EF-04EA-958ADED3D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7B2EA-9EBC-4B70-AAEC-DF052DC8C43C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0E30A2-DB84-DA8A-EB88-1B55882DA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6ED702-D051-924B-170C-D11AFDF3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9E50-09D5-42BC-8B47-9F7CEB369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9642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04A300B-0889-D925-9696-82F1E0EDB2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20C9FE8-AD68-6AC0-E793-AB13A0947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561621-4DA1-6C8F-430B-AC89A45CD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7B2EA-9EBC-4B70-AAEC-DF052DC8C43C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AFF04E-35AD-BCCF-E4BE-CA8FCE101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F5DD35-BEA8-62D1-9C07-ED55D8E79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9E50-09D5-42BC-8B47-9F7CEB369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4466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F3BD084-2EFB-98E0-92C2-9F3E0B2D1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885886-3091-2157-6A2F-2668CF47C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4B3E3D-88FC-81DF-7007-9FBFAB4FA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E7B2EA-9EBC-4B70-AAEC-DF052DC8C43C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A2CAE3-55EC-B4E1-145E-3ED86FAD2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DB398A-0F01-A5CB-FCEE-E03947EC74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079E50-09D5-42BC-8B47-9F7CEB369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0397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楕円 3">
            <a:extLst>
              <a:ext uri="{FF2B5EF4-FFF2-40B4-BE49-F238E27FC236}">
                <a16:creationId xmlns:a16="http://schemas.microsoft.com/office/drawing/2014/main" id="{F35E22FE-4926-D154-0289-10F7D44FE293}"/>
              </a:ext>
            </a:extLst>
          </p:cNvPr>
          <p:cNvSpPr/>
          <p:nvPr/>
        </p:nvSpPr>
        <p:spPr>
          <a:xfrm rot="5400000">
            <a:off x="5543547" y="3518810"/>
            <a:ext cx="805546" cy="269421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モデル 4" descr="黄色のスポーツウェアを着た男性ボクサー">
                <a:extLst>
                  <a:ext uri="{FF2B5EF4-FFF2-40B4-BE49-F238E27FC236}">
                    <a16:creationId xmlns:a16="http://schemas.microsoft.com/office/drawing/2014/main" id="{D8788127-88A1-467C-55C5-D069D1B3ADF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02416552"/>
                  </p:ext>
                </p:extLst>
              </p:nvPr>
            </p:nvGraphicFramePr>
            <p:xfrm>
              <a:off x="4165792" y="1164097"/>
              <a:ext cx="3561056" cy="378957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561056" cy="3789573"/>
                    </a:xfrm>
                    <a:prstGeom prst="rect">
                      <a:avLst/>
                    </a:prstGeom>
                  </am3d:spPr>
                  <am3d:camera>
                    <am3d:pos x="0" y="0" z="6500848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5036" d="1000000"/>
                    <am3d:preTrans dx="0" dy="-17942955" dz="-10475"/>
                    <am3d:scale>
                      <am3d:sx n="1000000" d="1000000"/>
                      <am3d:sy n="1000000" d="1000000"/>
                      <am3d:sz n="1000000" d="1000000"/>
                    </am3d:scale>
                    <am3d:rot ax="594856" ay="967457" az="166741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35110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モデル 4" descr="黄色のスポーツウェアを着た男性ボクサー">
                <a:extLst>
                  <a:ext uri="{FF2B5EF4-FFF2-40B4-BE49-F238E27FC236}">
                    <a16:creationId xmlns:a16="http://schemas.microsoft.com/office/drawing/2014/main" id="{D8788127-88A1-467C-55C5-D069D1B3AD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65792" y="1164097"/>
                <a:ext cx="3561056" cy="3789573"/>
              </a:xfrm>
              <a:prstGeom prst="rect">
                <a:avLst/>
              </a:prstGeom>
            </p:spPr>
          </p:pic>
        </mc:Fallback>
      </mc:AlternateContent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4E97A8E-B74F-FC46-3F20-3DC23252FD34}"/>
              </a:ext>
            </a:extLst>
          </p:cNvPr>
          <p:cNvSpPr txBox="1"/>
          <p:nvPr/>
        </p:nvSpPr>
        <p:spPr>
          <a:xfrm>
            <a:off x="5279571" y="849076"/>
            <a:ext cx="211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山田　太郎</a:t>
            </a:r>
            <a:endParaRPr kumimoji="1" lang="ja-JP" altLang="en-US" dirty="0"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AFF76F95-A4ED-8BA6-7EBF-2423CF3B0B65}"/>
              </a:ext>
            </a:extLst>
          </p:cNvPr>
          <p:cNvSpPr/>
          <p:nvPr/>
        </p:nvSpPr>
        <p:spPr>
          <a:xfrm>
            <a:off x="2362200" y="1218407"/>
            <a:ext cx="1803592" cy="1100249"/>
          </a:xfrm>
          <a:prstGeom prst="wedgeRectCallout">
            <a:avLst>
              <a:gd name="adj1" fmla="val 96314"/>
              <a:gd name="adj2" fmla="val 3481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持ち上げた総重量は飛行機１台分です。</a:t>
            </a:r>
          </a:p>
        </p:txBody>
      </p:sp>
    </p:spTree>
    <p:extLst>
      <p:ext uri="{BB962C8B-B14F-4D97-AF65-F5344CB8AC3E}">
        <p14:creationId xmlns:p14="http://schemas.microsoft.com/office/powerpoint/2010/main" val="3488054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HGS創英角ﾎﾟｯﾌﾟ体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瞬 浅野</dc:creator>
  <cp:lastModifiedBy>瞬 浅野</cp:lastModifiedBy>
  <cp:revision>1</cp:revision>
  <dcterms:created xsi:type="dcterms:W3CDTF">2026-07-01T02:54:36Z</dcterms:created>
  <dcterms:modified xsi:type="dcterms:W3CDTF">2026-07-01T02:54:47Z</dcterms:modified>
</cp:coreProperties>
</file>