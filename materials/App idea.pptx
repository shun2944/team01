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A742C4-AAAC-474E-91D1-632F0EA09CBD}" v="17" dt="2026-07-03T09:07:50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 Yushi" userId="1791206e-b7b9-4655-8b89-08fa0a78bb70" providerId="ADAL" clId="{A77D31DF-DC2F-4D9D-B161-F087C9F13665}"/>
    <pc:docChg chg="custSel addSld delSld modSld">
      <pc:chgData name="ABE Yushi" userId="1791206e-b7b9-4655-8b89-08fa0a78bb70" providerId="ADAL" clId="{A77D31DF-DC2F-4D9D-B161-F087C9F13665}" dt="2026-07-03T09:08:40.678" v="759" actId="1076"/>
      <pc:docMkLst>
        <pc:docMk/>
      </pc:docMkLst>
      <pc:sldChg chg="addSp delSp modSp mod">
        <pc:chgData name="ABE Yushi" userId="1791206e-b7b9-4655-8b89-08fa0a78bb70" providerId="ADAL" clId="{A77D31DF-DC2F-4D9D-B161-F087C9F13665}" dt="2026-07-03T09:01:23.807" v="557" actId="20577"/>
        <pc:sldMkLst>
          <pc:docMk/>
          <pc:sldMk cId="870673978" sldId="257"/>
        </pc:sldMkLst>
        <pc:spChg chg="add mod">
          <ac:chgData name="ABE Yushi" userId="1791206e-b7b9-4655-8b89-08fa0a78bb70" providerId="ADAL" clId="{A77D31DF-DC2F-4D9D-B161-F087C9F13665}" dt="2026-07-03T08:56:51.678" v="453" actId="1076"/>
          <ac:spMkLst>
            <pc:docMk/>
            <pc:sldMk cId="870673978" sldId="257"/>
            <ac:spMk id="2" creationId="{7AC018EF-4AB7-FD32-0E44-10574113B5DB}"/>
          </ac:spMkLst>
        </pc:spChg>
        <pc:spChg chg="add mod">
          <ac:chgData name="ABE Yushi" userId="1791206e-b7b9-4655-8b89-08fa0a78bb70" providerId="ADAL" clId="{A77D31DF-DC2F-4D9D-B161-F087C9F13665}" dt="2026-07-03T09:01:23.807" v="557" actId="20577"/>
          <ac:spMkLst>
            <pc:docMk/>
            <pc:sldMk cId="870673978" sldId="257"/>
            <ac:spMk id="3" creationId="{1CD240DC-BB7A-D329-E171-E5114582E840}"/>
          </ac:spMkLst>
        </pc:spChg>
        <pc:spChg chg="add mod">
          <ac:chgData name="ABE Yushi" userId="1791206e-b7b9-4655-8b89-08fa0a78bb70" providerId="ADAL" clId="{A77D31DF-DC2F-4D9D-B161-F087C9F13665}" dt="2026-07-03T08:56:21.305" v="449" actId="14100"/>
          <ac:spMkLst>
            <pc:docMk/>
            <pc:sldMk cId="870673978" sldId="257"/>
            <ac:spMk id="4" creationId="{1A04EA3F-15EE-2A20-D321-384DA8A063A8}"/>
          </ac:spMkLst>
        </pc:spChg>
        <pc:spChg chg="add mod">
          <ac:chgData name="ABE Yushi" userId="1791206e-b7b9-4655-8b89-08fa0a78bb70" providerId="ADAL" clId="{A77D31DF-DC2F-4D9D-B161-F087C9F13665}" dt="2026-07-03T08:56:58.046" v="455" actId="14100"/>
          <ac:spMkLst>
            <pc:docMk/>
            <pc:sldMk cId="870673978" sldId="257"/>
            <ac:spMk id="7" creationId="{E695F5DD-CF98-E9E9-CCC8-632F6B97C6A2}"/>
          </ac:spMkLst>
        </pc:spChg>
        <pc:spChg chg="add mod">
          <ac:chgData name="ABE Yushi" userId="1791206e-b7b9-4655-8b89-08fa0a78bb70" providerId="ADAL" clId="{A77D31DF-DC2F-4D9D-B161-F087C9F13665}" dt="2026-07-03T09:00:59.283" v="537" actId="1076"/>
          <ac:spMkLst>
            <pc:docMk/>
            <pc:sldMk cId="870673978" sldId="257"/>
            <ac:spMk id="8" creationId="{08EFC282-6258-45FD-2E2E-C7EBD5818F16}"/>
          </ac:spMkLst>
        </pc:spChg>
        <pc:picChg chg="add mod">
          <ac:chgData name="ABE Yushi" userId="1791206e-b7b9-4655-8b89-08fa0a78bb70" providerId="ADAL" clId="{A77D31DF-DC2F-4D9D-B161-F087C9F13665}" dt="2026-07-03T08:54:14.820" v="91" actId="1076"/>
          <ac:picMkLst>
            <pc:docMk/>
            <pc:sldMk cId="870673978" sldId="257"/>
            <ac:picMk id="6" creationId="{0ECA4999-5DD5-6F6B-D425-B7CB95516552}"/>
          </ac:picMkLst>
        </pc:picChg>
      </pc:sldChg>
      <pc:sldChg chg="add del">
        <pc:chgData name="ABE Yushi" userId="1791206e-b7b9-4655-8b89-08fa0a78bb70" providerId="ADAL" clId="{A77D31DF-DC2F-4D9D-B161-F087C9F13665}" dt="2026-07-03T09:01:31.229" v="558" actId="47"/>
        <pc:sldMkLst>
          <pc:docMk/>
          <pc:sldMk cId="934323189" sldId="258"/>
        </pc:sldMkLst>
      </pc:sldChg>
      <pc:sldChg chg="addSp delSp modSp add mod">
        <pc:chgData name="ABE Yushi" userId="1791206e-b7b9-4655-8b89-08fa0a78bb70" providerId="ADAL" clId="{A77D31DF-DC2F-4D9D-B161-F087C9F13665}" dt="2026-07-03T09:08:40.678" v="759" actId="1076"/>
        <pc:sldMkLst>
          <pc:docMk/>
          <pc:sldMk cId="1077656559" sldId="259"/>
        </pc:sldMkLst>
        <pc:spChg chg="mod">
          <ac:chgData name="ABE Yushi" userId="1791206e-b7b9-4655-8b89-08fa0a78bb70" providerId="ADAL" clId="{A77D31DF-DC2F-4D9D-B161-F087C9F13665}" dt="2026-07-03T09:06:58.678" v="688" actId="1076"/>
          <ac:spMkLst>
            <pc:docMk/>
            <pc:sldMk cId="1077656559" sldId="259"/>
            <ac:spMk id="2" creationId="{A14088AA-81D7-B487-FB2C-5C2417524CDA}"/>
          </ac:spMkLst>
        </pc:spChg>
        <pc:spChg chg="add mod">
          <ac:chgData name="ABE Yushi" userId="1791206e-b7b9-4655-8b89-08fa0a78bb70" providerId="ADAL" clId="{A77D31DF-DC2F-4D9D-B161-F087C9F13665}" dt="2026-07-03T09:02:48.152" v="583" actId="122"/>
          <ac:spMkLst>
            <pc:docMk/>
            <pc:sldMk cId="1077656559" sldId="259"/>
            <ac:spMk id="3" creationId="{6AA95890-B4F1-EF38-E483-18F155998723}"/>
          </ac:spMkLst>
        </pc:spChg>
        <pc:spChg chg="add del mod">
          <ac:chgData name="ABE Yushi" userId="1791206e-b7b9-4655-8b89-08fa0a78bb70" providerId="ADAL" clId="{A77D31DF-DC2F-4D9D-B161-F087C9F13665}" dt="2026-07-03T09:05:24.228" v="667"/>
          <ac:spMkLst>
            <pc:docMk/>
            <pc:sldMk cId="1077656559" sldId="259"/>
            <ac:spMk id="4" creationId="{C62D149B-48B4-E70A-FB1A-CFC608FAF238}"/>
          </ac:spMkLst>
        </pc:spChg>
        <pc:spChg chg="add mod">
          <ac:chgData name="ABE Yushi" userId="1791206e-b7b9-4655-8b89-08fa0a78bb70" providerId="ADAL" clId="{A77D31DF-DC2F-4D9D-B161-F087C9F13665}" dt="2026-07-03T09:06:37.099" v="684" actId="2711"/>
          <ac:spMkLst>
            <pc:docMk/>
            <pc:sldMk cId="1077656559" sldId="259"/>
            <ac:spMk id="5" creationId="{00F142DD-602E-0862-9734-DC1EDA6E432A}"/>
          </ac:spMkLst>
        </pc:spChg>
        <pc:spChg chg="add mod">
          <ac:chgData name="ABE Yushi" userId="1791206e-b7b9-4655-8b89-08fa0a78bb70" providerId="ADAL" clId="{A77D31DF-DC2F-4D9D-B161-F087C9F13665}" dt="2026-07-03T09:06:46.620" v="686" actId="2711"/>
          <ac:spMkLst>
            <pc:docMk/>
            <pc:sldMk cId="1077656559" sldId="259"/>
            <ac:spMk id="6" creationId="{5E99A276-CBA6-F624-98C2-197E513ADE32}"/>
          </ac:spMkLst>
        </pc:spChg>
        <pc:spChg chg="add mod">
          <ac:chgData name="ABE Yushi" userId="1791206e-b7b9-4655-8b89-08fa0a78bb70" providerId="ADAL" clId="{A77D31DF-DC2F-4D9D-B161-F087C9F13665}" dt="2026-07-03T09:06:41.920" v="685" actId="2711"/>
          <ac:spMkLst>
            <pc:docMk/>
            <pc:sldMk cId="1077656559" sldId="259"/>
            <ac:spMk id="7" creationId="{E5D526B6-5F25-FA7C-3C64-C8B061E4B6C0}"/>
          </ac:spMkLst>
        </pc:spChg>
        <pc:spChg chg="add mod">
          <ac:chgData name="ABE Yushi" userId="1791206e-b7b9-4655-8b89-08fa0a78bb70" providerId="ADAL" clId="{A77D31DF-DC2F-4D9D-B161-F087C9F13665}" dt="2026-07-03T09:05:13.755" v="663" actId="208"/>
          <ac:spMkLst>
            <pc:docMk/>
            <pc:sldMk cId="1077656559" sldId="259"/>
            <ac:spMk id="8" creationId="{C4CEB494-B035-77D8-9848-3D246C16FA30}"/>
          </ac:spMkLst>
        </pc:spChg>
        <pc:spChg chg="add del mod">
          <ac:chgData name="ABE Yushi" userId="1791206e-b7b9-4655-8b89-08fa0a78bb70" providerId="ADAL" clId="{A77D31DF-DC2F-4D9D-B161-F087C9F13665}" dt="2026-07-03T09:05:24.224" v="665" actId="478"/>
          <ac:spMkLst>
            <pc:docMk/>
            <pc:sldMk cId="1077656559" sldId="259"/>
            <ac:spMk id="9" creationId="{07787B39-CB1B-4B5F-A767-CE0C3529E464}"/>
          </ac:spMkLst>
        </pc:spChg>
        <pc:spChg chg="add mod">
          <ac:chgData name="ABE Yushi" userId="1791206e-b7b9-4655-8b89-08fa0a78bb70" providerId="ADAL" clId="{A77D31DF-DC2F-4D9D-B161-F087C9F13665}" dt="2026-07-03T09:06:22.763" v="683" actId="20577"/>
          <ac:spMkLst>
            <pc:docMk/>
            <pc:sldMk cId="1077656559" sldId="259"/>
            <ac:spMk id="10" creationId="{C4522D0A-FC3C-365B-4D9C-134E52DEEC99}"/>
          </ac:spMkLst>
        </pc:spChg>
        <pc:spChg chg="add mod">
          <ac:chgData name="ABE Yushi" userId="1791206e-b7b9-4655-8b89-08fa0a78bb70" providerId="ADAL" clId="{A77D31DF-DC2F-4D9D-B161-F087C9F13665}" dt="2026-07-03T09:06:09.642" v="674" actId="1076"/>
          <ac:spMkLst>
            <pc:docMk/>
            <pc:sldMk cId="1077656559" sldId="259"/>
            <ac:spMk id="11" creationId="{0E69BD58-ED9C-D081-BB7C-434A3A218787}"/>
          </ac:spMkLst>
        </pc:spChg>
        <pc:spChg chg="add mod">
          <ac:chgData name="ABE Yushi" userId="1791206e-b7b9-4655-8b89-08fa0a78bb70" providerId="ADAL" clId="{A77D31DF-DC2F-4D9D-B161-F087C9F13665}" dt="2026-07-03T09:07:38.500" v="717" actId="255"/>
          <ac:spMkLst>
            <pc:docMk/>
            <pc:sldMk cId="1077656559" sldId="259"/>
            <ac:spMk id="12" creationId="{8D7B23AC-38DE-76B0-B3E3-D213BB0762A2}"/>
          </ac:spMkLst>
        </pc:spChg>
        <pc:spChg chg="add mod">
          <ac:chgData name="ABE Yushi" userId="1791206e-b7b9-4655-8b89-08fa0a78bb70" providerId="ADAL" clId="{A77D31DF-DC2F-4D9D-B161-F087C9F13665}" dt="2026-07-03T09:08:40.678" v="759" actId="1076"/>
          <ac:spMkLst>
            <pc:docMk/>
            <pc:sldMk cId="1077656559" sldId="259"/>
            <ac:spMk id="13" creationId="{467AFC64-98F6-0BF4-D763-9E3BCDEC2448}"/>
          </ac:spMkLst>
        </pc:spChg>
      </pc:sldChg>
      <pc:sldChg chg="addSp delSp modSp add mod">
        <pc:chgData name="ABE Yushi" userId="1791206e-b7b9-4655-8b89-08fa0a78bb70" providerId="ADAL" clId="{A77D31DF-DC2F-4D9D-B161-F087C9F13665}" dt="2026-07-03T09:01:50.384" v="562" actId="1076"/>
        <pc:sldMkLst>
          <pc:docMk/>
          <pc:sldMk cId="2579636502" sldId="260"/>
        </pc:sldMkLst>
        <pc:picChg chg="del">
          <ac:chgData name="ABE Yushi" userId="1791206e-b7b9-4655-8b89-08fa0a78bb70" providerId="ADAL" clId="{A77D31DF-DC2F-4D9D-B161-F087C9F13665}" dt="2026-07-03T09:01:36.955" v="560" actId="478"/>
          <ac:picMkLst>
            <pc:docMk/>
            <pc:sldMk cId="2579636502" sldId="260"/>
            <ac:picMk id="6" creationId="{BF63A2F7-DE65-066B-E6EF-DD6E181B2B94}"/>
          </ac:picMkLst>
        </pc:picChg>
        <pc:picChg chg="add mod">
          <ac:chgData name="ABE Yushi" userId="1791206e-b7b9-4655-8b89-08fa0a78bb70" providerId="ADAL" clId="{A77D31DF-DC2F-4D9D-B161-F087C9F13665}" dt="2026-07-03T09:01:50.384" v="562" actId="1076"/>
          <ac:picMkLst>
            <pc:docMk/>
            <pc:sldMk cId="2579636502" sldId="260"/>
            <ac:picMk id="9" creationId="{2E075E60-00C6-1CD8-4180-25B82B70791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2FE2B9-62E1-934A-E91E-E25A69349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5377A2-DC34-98F6-A0EB-BCCF3045E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5BC688-20D6-420A-9C8B-5FE12954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4F58B0-6EE1-3038-2132-19D05736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DD3889-7C5D-D65C-538E-0EC4462D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76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818DC4-5BBF-205A-F8D3-4C7C1EA0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AAC397-26B0-95E3-6668-4BC08136F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54ECAE-ADE3-7E57-B71C-EC5DE9369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5BF331-EFEF-9C90-25A2-788A281A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12C11E-98D1-F6BC-E1E7-C4050238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282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F3648-C524-A560-10A9-C54AD59F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C3FE58-1753-5994-6C89-3779E3836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B76E9F-A871-A6F7-4531-0FD9CE7F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340C1A-66B8-11E6-DC05-8EA36BCA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66FC03-30BD-58FF-3D85-2BFEBBB3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591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4AC55A-477D-A8A5-60BE-E91C7A37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3E6222-A878-4137-4DCE-EC86BE278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189427-FBEA-D11F-C6DD-AC1D096E8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824FD4-E1D3-738C-ED1C-12018185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0AF748-F896-5DC6-F836-C1E879D94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0E5FC3-5064-BCA0-77D0-FAB6A8349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47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C78B54-F338-B836-F81E-35A3C6AB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5F5558-1072-AE72-6BE6-4B07BA205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B70625-77CE-44BA-7681-2431D75F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DCFC112-E980-E14D-AEFB-63F3EC7BE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8C98549-70DE-5DD5-7841-87B5FCABF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1FB2791-31A5-621E-4012-42E60F12D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37EEC5-B0B5-86D6-B999-ED771E07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F207F3-A1E1-CCCE-E032-29A6B73D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44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7AE877-6A27-4B84-0098-859B0BF8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6187B9-02C8-AED3-4E9F-0BE66B467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5F90C2E-C277-5199-E87A-E9179D76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73E05B4-769E-9913-BDFA-1792BA05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66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FAB589-A6F9-B9CA-7C61-47A5A9E1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EE93229-0F90-6757-43DE-BF7B3D97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292C8A-94C8-A944-BEFF-A6B2728D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61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C4192-1726-DE3A-7D44-B358AF06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EA3829-42FF-21FB-C3EF-0B10FDBFF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BD7934-0368-2F47-46B0-028DAD653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D831A23-F92C-1134-4E9C-6AC1B333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C56040-A487-2C83-9F1E-0F64EB59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8D6B84-827C-AF02-DF3C-29332193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18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033F4C-DAA2-AA49-1A5C-ADE1E7920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2E9FEAC-F9AF-BD75-D04C-29965DA5A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984B65-EB47-E9D9-C3B7-F8CB5655C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CF91A8-6FBA-BB32-473B-F2AE372F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CF926-516E-01EB-8946-6C5DD8323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724D8D-F7C5-BA9A-A68D-F5EBFD70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608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35C558-C677-3784-8751-725D73C7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B8B8E2-4681-91B8-5702-7131E27A0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244E74-BF8E-5082-65B5-7AE44EC9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67B81D-508F-FD53-94BC-5AA564DF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8671FB-4897-6A8B-2144-1C82DF37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924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D1E42D6-5743-1DB6-6E74-9C1644B4A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DEECE7-6D79-9BF8-2DE8-0E00F20AA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800472-AE91-3B99-CD15-2B6D7E5D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7CBE67-0FFF-6F43-61DA-3115044A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A15198-2C90-DB1F-B5DD-B69FE8E3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505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165FD97-305B-BF09-2C0F-3702B00E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6B620E-ED53-7DFD-3AC5-18A504627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AEB994-C4C5-57DD-908C-DA7FFEBDD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0A6CB9-664D-40AD-BBCD-8DEC1A104202}" type="datetimeFigureOut">
              <a:rPr kumimoji="1" lang="ja-JP" altLang="en-US" smtClean="0"/>
              <a:t>2026/7/3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CB6FF6-59F6-BD50-77F9-546A989F4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1985DA-7481-48F7-F4FC-9CAFDDCBE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8EF26-85BC-42D7-8E8F-48CDC6F9F7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753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AC018EF-4AB7-FD32-0E44-10574113B5DB}"/>
              </a:ext>
            </a:extLst>
          </p:cNvPr>
          <p:cNvSpPr/>
          <p:nvPr/>
        </p:nvSpPr>
        <p:spPr>
          <a:xfrm>
            <a:off x="702128" y="424543"/>
            <a:ext cx="10787743" cy="5769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D240DC-BB7A-D329-E171-E5114582E840}"/>
              </a:ext>
            </a:extLst>
          </p:cNvPr>
          <p:cNvSpPr txBox="1"/>
          <p:nvPr/>
        </p:nvSpPr>
        <p:spPr>
          <a:xfrm>
            <a:off x="2182586" y="804759"/>
            <a:ext cx="7826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accent2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筋トレでキャラを育成しよう</a:t>
            </a:r>
            <a:r>
              <a:rPr kumimoji="1" lang="en-US" altLang="ja-JP" sz="2800" dirty="0">
                <a:solidFill>
                  <a:schemeClr val="accent2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</a:t>
            </a:r>
            <a:endParaRPr kumimoji="1" lang="ja-JP" altLang="en-US" sz="2800" dirty="0">
              <a:solidFill>
                <a:schemeClr val="accent2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04EA3F-15EE-2A20-D321-384DA8A063A8}"/>
              </a:ext>
            </a:extLst>
          </p:cNvPr>
          <p:cNvSpPr txBox="1"/>
          <p:nvPr/>
        </p:nvSpPr>
        <p:spPr>
          <a:xfrm>
            <a:off x="8882744" y="5486401"/>
            <a:ext cx="2013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レベルアップ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ECA4999-5DD5-6F6B-D425-B7CB95516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550" y="2565655"/>
            <a:ext cx="4663328" cy="315157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695F5DD-CF98-E9E9-CCC8-632F6B97C6A2}"/>
              </a:ext>
            </a:extLst>
          </p:cNvPr>
          <p:cNvSpPr txBox="1"/>
          <p:nvPr/>
        </p:nvSpPr>
        <p:spPr>
          <a:xfrm>
            <a:off x="1184425" y="5390661"/>
            <a:ext cx="1395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ゲーム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EFC282-6258-45FD-2E2E-C7EBD5818F16}"/>
              </a:ext>
            </a:extLst>
          </p:cNvPr>
          <p:cNvSpPr txBox="1"/>
          <p:nvPr/>
        </p:nvSpPr>
        <p:spPr>
          <a:xfrm>
            <a:off x="3588202" y="1858082"/>
            <a:ext cx="5070024" cy="4616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Lv</a:t>
            </a:r>
            <a:r>
              <a:rPr kumimoji="1" lang="ja-JP" altLang="en-US" sz="24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：　　　体力：　　　筋力：　　　</a:t>
            </a:r>
          </a:p>
        </p:txBody>
      </p:sp>
    </p:spTree>
    <p:extLst>
      <p:ext uri="{BB962C8B-B14F-4D97-AF65-F5344CB8AC3E}">
        <p14:creationId xmlns:p14="http://schemas.microsoft.com/office/powerpoint/2010/main" val="870673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5B31A-E473-26E1-8FF6-7C36E365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0EBAC9-263D-6962-BC5D-5473CC3E2BCC}"/>
              </a:ext>
            </a:extLst>
          </p:cNvPr>
          <p:cNvSpPr/>
          <p:nvPr/>
        </p:nvSpPr>
        <p:spPr>
          <a:xfrm>
            <a:off x="702128" y="424543"/>
            <a:ext cx="10787743" cy="5769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10E3B7-008B-955F-63AB-10C9496A292A}"/>
              </a:ext>
            </a:extLst>
          </p:cNvPr>
          <p:cNvSpPr txBox="1"/>
          <p:nvPr/>
        </p:nvSpPr>
        <p:spPr>
          <a:xfrm>
            <a:off x="2182586" y="804759"/>
            <a:ext cx="78268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accent2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筋トレでキャラを育成しよう</a:t>
            </a:r>
            <a:r>
              <a:rPr kumimoji="1" lang="en-US" altLang="ja-JP" sz="2800" dirty="0">
                <a:solidFill>
                  <a:schemeClr val="accent2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</a:t>
            </a:r>
            <a:endParaRPr kumimoji="1" lang="ja-JP" altLang="en-US" sz="2800" dirty="0">
              <a:solidFill>
                <a:schemeClr val="accent2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29FA3A-D79D-D5F2-0C3F-983F417E3911}"/>
              </a:ext>
            </a:extLst>
          </p:cNvPr>
          <p:cNvSpPr txBox="1"/>
          <p:nvPr/>
        </p:nvSpPr>
        <p:spPr>
          <a:xfrm>
            <a:off x="8882744" y="5486401"/>
            <a:ext cx="2013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レベルアップ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8FD26B3-FADF-A12A-4B0C-F878A1599F66}"/>
              </a:ext>
            </a:extLst>
          </p:cNvPr>
          <p:cNvSpPr txBox="1"/>
          <p:nvPr/>
        </p:nvSpPr>
        <p:spPr>
          <a:xfrm>
            <a:off x="1184425" y="5390661"/>
            <a:ext cx="1395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ゲーム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F646A3-15A1-90FF-E11E-023917062C71}"/>
              </a:ext>
            </a:extLst>
          </p:cNvPr>
          <p:cNvSpPr txBox="1"/>
          <p:nvPr/>
        </p:nvSpPr>
        <p:spPr>
          <a:xfrm>
            <a:off x="3588202" y="1858082"/>
            <a:ext cx="5070024" cy="4616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err="1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Lv</a:t>
            </a:r>
            <a:r>
              <a:rPr kumimoji="1" lang="ja-JP" altLang="en-US" sz="24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：　　　体力：　　　筋力：　　　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E075E60-00C6-1CD8-4180-25B82B707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974" y="2613826"/>
            <a:ext cx="42100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36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EACD8-AA04-0BF0-7314-0FEFB753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14088AA-81D7-B487-FB2C-5C2417524CDA}"/>
              </a:ext>
            </a:extLst>
          </p:cNvPr>
          <p:cNvSpPr/>
          <p:nvPr/>
        </p:nvSpPr>
        <p:spPr>
          <a:xfrm>
            <a:off x="745671" y="478187"/>
            <a:ext cx="10787743" cy="5769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A95890-B4F1-EF38-E483-18F155998723}"/>
              </a:ext>
            </a:extLst>
          </p:cNvPr>
          <p:cNvSpPr txBox="1"/>
          <p:nvPr/>
        </p:nvSpPr>
        <p:spPr>
          <a:xfrm>
            <a:off x="2748642" y="1132115"/>
            <a:ext cx="6749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トレーニング項目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F142DD-602E-0862-9734-DC1EDA6E432A}"/>
              </a:ext>
            </a:extLst>
          </p:cNvPr>
          <p:cNvSpPr txBox="1"/>
          <p:nvPr/>
        </p:nvSpPr>
        <p:spPr>
          <a:xfrm>
            <a:off x="2481943" y="242751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ダンベル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99A276-CBA6-F624-98C2-197E513ADE32}"/>
              </a:ext>
            </a:extLst>
          </p:cNvPr>
          <p:cNvSpPr txBox="1"/>
          <p:nvPr/>
        </p:nvSpPr>
        <p:spPr>
          <a:xfrm>
            <a:off x="6694713" y="2427514"/>
            <a:ext cx="2177143" cy="38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ベンチプレス</a:t>
            </a:r>
            <a:endParaRPr kumimoji="1" lang="ja-JP" altLang="en-US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D526B6-5F25-FA7C-3C64-C8B061E4B6C0}"/>
              </a:ext>
            </a:extLst>
          </p:cNvPr>
          <p:cNvSpPr txBox="1"/>
          <p:nvPr/>
        </p:nvSpPr>
        <p:spPr>
          <a:xfrm>
            <a:off x="1986643" y="2993570"/>
            <a:ext cx="2286000" cy="381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ランニングマシーン</a:t>
            </a:r>
            <a:endParaRPr kumimoji="1" lang="ja-JP" altLang="en-US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CEB494-B035-77D8-9848-3D246C16FA30}"/>
              </a:ext>
            </a:extLst>
          </p:cNvPr>
          <p:cNvSpPr txBox="1"/>
          <p:nvPr/>
        </p:nvSpPr>
        <p:spPr>
          <a:xfrm>
            <a:off x="4604657" y="2427514"/>
            <a:ext cx="9579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/>
              <a:t>　　回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4522D0A-FC3C-365B-4D9C-134E52DEEC99}"/>
              </a:ext>
            </a:extLst>
          </p:cNvPr>
          <p:cNvSpPr txBox="1"/>
          <p:nvPr/>
        </p:nvSpPr>
        <p:spPr>
          <a:xfrm>
            <a:off x="4604657" y="2993570"/>
            <a:ext cx="9579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/>
              <a:t>　　</a:t>
            </a:r>
            <a:r>
              <a:rPr kumimoji="1" lang="en-US" altLang="ja-JP" dirty="0"/>
              <a:t>km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69BD58-ED9C-D081-BB7C-434A3A218787}"/>
              </a:ext>
            </a:extLst>
          </p:cNvPr>
          <p:cNvSpPr txBox="1"/>
          <p:nvPr/>
        </p:nvSpPr>
        <p:spPr>
          <a:xfrm>
            <a:off x="8937173" y="2427514"/>
            <a:ext cx="9579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/>
              <a:t>　　回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D7B23AC-38DE-76B0-B3E3-D213BB0762A2}"/>
              </a:ext>
            </a:extLst>
          </p:cNvPr>
          <p:cNvSpPr/>
          <p:nvPr/>
        </p:nvSpPr>
        <p:spPr>
          <a:xfrm>
            <a:off x="5225142" y="5141111"/>
            <a:ext cx="1828800" cy="584775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決定</a:t>
            </a:r>
            <a:endParaRPr kumimoji="1" lang="ja-JP" altLang="en-US" sz="3200" dirty="0"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67AFC64-98F6-0BF4-D763-9E3BCDEC2448}"/>
              </a:ext>
            </a:extLst>
          </p:cNvPr>
          <p:cNvSpPr txBox="1"/>
          <p:nvPr/>
        </p:nvSpPr>
        <p:spPr>
          <a:xfrm>
            <a:off x="4607378" y="4471052"/>
            <a:ext cx="297724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総時間：</a:t>
            </a:r>
          </a:p>
        </p:txBody>
      </p:sp>
    </p:spTree>
    <p:extLst>
      <p:ext uri="{BB962C8B-B14F-4D97-AF65-F5344CB8AC3E}">
        <p14:creationId xmlns:p14="http://schemas.microsoft.com/office/powerpoint/2010/main" val="1077656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46</Words>
  <Application>Microsoft Office PowerPoint</Application>
  <PresentationFormat>ワイド画面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HGS創英角ﾎﾟｯﾌﾟ体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 Yushi</dc:creator>
  <cp:lastModifiedBy>ABE Yushi</cp:lastModifiedBy>
  <cp:revision>1</cp:revision>
  <dcterms:created xsi:type="dcterms:W3CDTF">2026-07-01T02:29:09Z</dcterms:created>
  <dcterms:modified xsi:type="dcterms:W3CDTF">2026-07-03T09:08:41Z</dcterms:modified>
</cp:coreProperties>
</file>